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031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7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3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3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0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1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8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0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8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8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BBE179-7EFC-437F-BA68-0201D48DA5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13A56E-6734-41A4-8CE0-B57D0688388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17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29FE-087A-79A0-3807-92A7A8E72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Kašnjenje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bus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48E4C-FBFB-DAAC-856F-7C11D4F07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Projekt za </a:t>
            </a:r>
            <a:r>
              <a:rPr lang="en-US" dirty="0" err="1"/>
              <a:t>kolegij</a:t>
            </a:r>
            <a:r>
              <a:rPr lang="en-US" dirty="0"/>
              <a:t> 3d </a:t>
            </a:r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animacija</a:t>
            </a:r>
            <a:endParaRPr lang="en-US" dirty="0"/>
          </a:p>
          <a:p>
            <a:r>
              <a:rPr lang="en-US" dirty="0"/>
              <a:t>Autor: Ante </a:t>
            </a:r>
            <a:r>
              <a:rPr lang="en-US" dirty="0" err="1"/>
              <a:t>mrkonjić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0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8621-2F04-2002-6C1F-D87D1924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CF85-20AE-749D-6B15-58C2E1C60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 James (mixamo.com) </a:t>
            </a:r>
            <a:r>
              <a:rPr lang="en-US" dirty="0" err="1"/>
              <a:t>kasni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bus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Trči</a:t>
            </a:r>
            <a:r>
              <a:rPr lang="en-US" dirty="0"/>
              <a:t> da ga </a:t>
            </a:r>
            <a:r>
              <a:rPr lang="en-US" dirty="0" err="1"/>
              <a:t>dostigne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Cijelu</a:t>
            </a:r>
            <a:r>
              <a:rPr lang="en-US" dirty="0"/>
              <a:t> </a:t>
            </a:r>
            <a:r>
              <a:rPr lang="en-US" dirty="0" err="1"/>
              <a:t>situaciju</a:t>
            </a:r>
            <a:r>
              <a:rPr lang="en-US" dirty="0"/>
              <a:t> </a:t>
            </a:r>
            <a:r>
              <a:rPr lang="en-US" dirty="0" err="1"/>
              <a:t>začuđeno</a:t>
            </a:r>
            <a:r>
              <a:rPr lang="en-US" dirty="0"/>
              <a:t> </a:t>
            </a:r>
            <a:r>
              <a:rPr lang="en-US" dirty="0" err="1"/>
              <a:t>promatraju</a:t>
            </a:r>
            <a:r>
              <a:rPr lang="en-US" dirty="0"/>
              <a:t> </a:t>
            </a:r>
            <a:r>
              <a:rPr lang="en-US" dirty="0" err="1"/>
              <a:t>dvije</a:t>
            </a:r>
            <a:r>
              <a:rPr lang="en-US" dirty="0"/>
              <a:t> </a:t>
            </a:r>
            <a:r>
              <a:rPr lang="en-US" dirty="0" err="1"/>
              <a:t>patkice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EF609-900C-2BC9-E041-410E31EC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748" y="1845734"/>
            <a:ext cx="2890887" cy="2789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0330C-2EF7-58B8-E019-58BFADD0C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88" y="3649364"/>
            <a:ext cx="2890887" cy="2219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1307E1-D1E9-3E15-1018-B90A7A125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520" y="3731685"/>
            <a:ext cx="4081183" cy="205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0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8691-5897-B321-A117-E00D5409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Kašnjenje na bus">
            <a:hlinkClick r:id="" action="ppaction://media"/>
            <a:extLst>
              <a:ext uri="{FF2B5EF4-FFF2-40B4-BE49-F238E27FC236}">
                <a16:creationId xmlns:a16="http://schemas.microsoft.com/office/drawing/2014/main" id="{145B6341-F185-3BDC-9696-12561874013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0063" y="460744"/>
            <a:ext cx="10030756" cy="5642161"/>
          </a:xfrm>
        </p:spPr>
      </p:pic>
    </p:spTree>
    <p:extLst>
      <p:ext uri="{BB962C8B-B14F-4D97-AF65-F5344CB8AC3E}">
        <p14:creationId xmlns:p14="http://schemas.microsoft.com/office/powerpoint/2010/main" val="160185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9769-263D-7F40-9D48-47DDEEC8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Modeliranje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A1FB7-AD38-25B9-276B-8125E29AD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73645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James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patkica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uvezeni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Uvezene</a:t>
            </a:r>
            <a:r>
              <a:rPr lang="en-US" dirty="0"/>
              <a:t> </a:t>
            </a:r>
            <a:r>
              <a:rPr lang="en-US" dirty="0" err="1"/>
              <a:t>mape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teksture</a:t>
            </a:r>
            <a:r>
              <a:rPr lang="en-US" dirty="0"/>
              <a:t> za </a:t>
            </a:r>
            <a:r>
              <a:rPr lang="en-US" dirty="0" err="1"/>
              <a:t>nogostup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cestu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UV </a:t>
            </a:r>
            <a:r>
              <a:rPr lang="en-US" dirty="0" err="1"/>
              <a:t>mapiranje</a:t>
            </a:r>
            <a:r>
              <a:rPr lang="en-US" dirty="0"/>
              <a:t> za </a:t>
            </a:r>
            <a:r>
              <a:rPr lang="en-US" dirty="0" err="1"/>
              <a:t>znak</a:t>
            </a:r>
            <a:r>
              <a:rPr lang="en-US" dirty="0"/>
              <a:t> </a:t>
            </a:r>
            <a:r>
              <a:rPr lang="en-US" dirty="0" err="1"/>
              <a:t>autobusne</a:t>
            </a:r>
            <a:r>
              <a:rPr lang="en-US" dirty="0"/>
              <a:t> </a:t>
            </a:r>
            <a:r>
              <a:rPr lang="en-US" dirty="0" err="1"/>
              <a:t>stanice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Environment texture – </a:t>
            </a:r>
            <a:r>
              <a:rPr lang="en-US" dirty="0" err="1"/>
              <a:t>uvezena</a:t>
            </a:r>
            <a:r>
              <a:rPr lang="en-US" dirty="0"/>
              <a:t> HDR </a:t>
            </a:r>
            <a:r>
              <a:rPr lang="en-US" dirty="0" err="1"/>
              <a:t>slika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Autobus – </a:t>
            </a:r>
            <a:r>
              <a:rPr lang="en-US" dirty="0" err="1"/>
              <a:t>poligonalno</a:t>
            </a:r>
            <a:r>
              <a:rPr lang="en-US" dirty="0"/>
              <a:t> </a:t>
            </a:r>
            <a:r>
              <a:rPr lang="en-US" dirty="0" err="1"/>
              <a:t>modeliranje</a:t>
            </a:r>
            <a:r>
              <a:rPr lang="en-US" dirty="0"/>
              <a:t>, </a:t>
            </a:r>
            <a:r>
              <a:rPr lang="en-US" dirty="0" err="1"/>
              <a:t>kotač</a:t>
            </a:r>
            <a:r>
              <a:rPr lang="en-US" dirty="0"/>
              <a:t> – </a:t>
            </a:r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krivuljama</a:t>
            </a:r>
            <a:r>
              <a:rPr lang="en-US" dirty="0"/>
              <a:t> (</a:t>
            </a:r>
            <a:r>
              <a:rPr lang="en-US" dirty="0" err="1"/>
              <a:t>extrudiranje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pretvoren</a:t>
            </a:r>
            <a:r>
              <a:rPr lang="en-US" dirty="0"/>
              <a:t> u mesh)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Detalji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kotaču</a:t>
            </a:r>
            <a:r>
              <a:rPr lang="en-US" dirty="0"/>
              <a:t> – array </a:t>
            </a:r>
            <a:r>
              <a:rPr lang="en-US" dirty="0" err="1"/>
              <a:t>modifikator</a:t>
            </a:r>
            <a:r>
              <a:rPr lang="en-US" dirty="0"/>
              <a:t> s object </a:t>
            </a:r>
            <a:r>
              <a:rPr lang="en-US" dirty="0" err="1"/>
              <a:t>offsetom</a:t>
            </a:r>
            <a:r>
              <a:rPr lang="en-US" dirty="0"/>
              <a:t> (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praznom</a:t>
            </a:r>
            <a:r>
              <a:rPr lang="en-US" dirty="0"/>
              <a:t> </a:t>
            </a:r>
            <a:r>
              <a:rPr lang="en-US" dirty="0" err="1"/>
              <a:t>rotiranom</a:t>
            </a:r>
            <a:r>
              <a:rPr lang="en-US" dirty="0"/>
              <a:t> </a:t>
            </a:r>
            <a:r>
              <a:rPr lang="en-US" dirty="0" err="1"/>
              <a:t>objektu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Skulptura</a:t>
            </a:r>
            <a:r>
              <a:rPr lang="en-US" dirty="0"/>
              <a:t> </a:t>
            </a:r>
            <a:r>
              <a:rPr lang="en-US" dirty="0" err="1"/>
              <a:t>Matoša</a:t>
            </a:r>
            <a:r>
              <a:rPr lang="en-US" dirty="0"/>
              <a:t> – </a:t>
            </a:r>
            <a:r>
              <a:rPr lang="en-US" dirty="0" err="1"/>
              <a:t>skulpturiranje</a:t>
            </a:r>
            <a:r>
              <a:rPr lang="en-US" dirty="0"/>
              <a:t>, 1. </a:t>
            </a:r>
            <a:r>
              <a:rPr lang="en-US" dirty="0" err="1"/>
              <a:t>laboratorijska</a:t>
            </a:r>
            <a:r>
              <a:rPr lang="en-US" dirty="0"/>
              <a:t> </a:t>
            </a:r>
            <a:r>
              <a:rPr lang="en-US" dirty="0" err="1"/>
              <a:t>vježba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04E08-6D03-93FE-0FDE-A6BD8A78B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730" y="2098158"/>
            <a:ext cx="2772607" cy="2501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BF293E-8072-9876-3994-B9FD1BD1B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3" t="-5790" r="613" b="5790"/>
          <a:stretch>
            <a:fillRect/>
          </a:stretch>
        </p:blipFill>
        <p:spPr>
          <a:xfrm>
            <a:off x="6622592" y="1593942"/>
            <a:ext cx="2160963" cy="434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13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672C-5896-3958-80EA-32951DF7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Animacija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90577-5B6F-E1BF-A387-324A1B2B9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06" y="1855617"/>
            <a:ext cx="4653855" cy="39885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Kretnja</a:t>
            </a:r>
            <a:r>
              <a:rPr lang="en-US" dirty="0"/>
              <a:t> </a:t>
            </a:r>
            <a:r>
              <a:rPr lang="en-US" dirty="0" err="1"/>
              <a:t>autobusa</a:t>
            </a:r>
            <a:r>
              <a:rPr lang="en-US" dirty="0"/>
              <a:t> – </a:t>
            </a:r>
            <a:r>
              <a:rPr lang="en-US" dirty="0" err="1"/>
              <a:t>ključni</a:t>
            </a:r>
            <a:r>
              <a:rPr lang="en-US" dirty="0"/>
              <a:t> </a:t>
            </a:r>
            <a:r>
              <a:rPr lang="en-US" dirty="0" err="1"/>
              <a:t>okviri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Efekt</a:t>
            </a:r>
            <a:r>
              <a:rPr lang="en-US" dirty="0"/>
              <a:t> </a:t>
            </a:r>
            <a:r>
              <a:rPr lang="en-US" dirty="0" err="1"/>
              <a:t>trešnje</a:t>
            </a:r>
            <a:r>
              <a:rPr lang="en-US" dirty="0"/>
              <a:t> </a:t>
            </a:r>
            <a:r>
              <a:rPr lang="en-US" dirty="0" err="1"/>
              <a:t>autobusa</a:t>
            </a:r>
            <a:r>
              <a:rPr lang="en-US" dirty="0"/>
              <a:t> – Noise modifier u graph editor-u za Z </a:t>
            </a:r>
            <a:r>
              <a:rPr lang="en-US" dirty="0" err="1"/>
              <a:t>os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Vrtnja</a:t>
            </a:r>
            <a:r>
              <a:rPr lang="en-US" dirty="0"/>
              <a:t> </a:t>
            </a:r>
            <a:r>
              <a:rPr lang="en-US" dirty="0" err="1"/>
              <a:t>kotača</a:t>
            </a:r>
            <a:r>
              <a:rPr lang="en-US" dirty="0"/>
              <a:t> – Driver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animacije</a:t>
            </a:r>
            <a:r>
              <a:rPr lang="en-US" dirty="0"/>
              <a:t>, driver je </a:t>
            </a:r>
            <a:r>
              <a:rPr lang="en-US" dirty="0" err="1"/>
              <a:t>spojen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roditeljski</a:t>
            </a:r>
            <a:r>
              <a:rPr lang="en-US" dirty="0"/>
              <a:t>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autobusa</a:t>
            </a:r>
            <a:r>
              <a:rPr lang="en-US" dirty="0"/>
              <a:t>, </a:t>
            </a:r>
            <a:r>
              <a:rPr lang="en-US" dirty="0" err="1"/>
              <a:t>rotacija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x </a:t>
            </a:r>
            <a:r>
              <a:rPr lang="en-US" dirty="0" err="1"/>
              <a:t>osi</a:t>
            </a:r>
            <a:r>
              <a:rPr lang="en-US" dirty="0"/>
              <a:t> </a:t>
            </a:r>
            <a:r>
              <a:rPr lang="en-US" dirty="0" err="1"/>
              <a:t>ovisi</a:t>
            </a:r>
            <a:r>
              <a:rPr lang="en-US" dirty="0"/>
              <a:t> o </a:t>
            </a:r>
            <a:r>
              <a:rPr lang="en-US" dirty="0" err="1"/>
              <a:t>promjeni</a:t>
            </a:r>
            <a:r>
              <a:rPr lang="en-US" dirty="0"/>
              <a:t> y </a:t>
            </a:r>
            <a:r>
              <a:rPr lang="en-US" dirty="0" err="1"/>
              <a:t>pozicije</a:t>
            </a:r>
            <a:r>
              <a:rPr lang="en-US" dirty="0"/>
              <a:t> </a:t>
            </a:r>
            <a:r>
              <a:rPr lang="en-US" dirty="0" err="1"/>
              <a:t>autobusa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Vrat</a:t>
            </a:r>
            <a:r>
              <a:rPr lang="en-US" dirty="0"/>
              <a:t> </a:t>
            </a:r>
            <a:r>
              <a:rPr lang="en-US" dirty="0" err="1"/>
              <a:t>patkice</a:t>
            </a:r>
            <a:r>
              <a:rPr lang="en-US" dirty="0"/>
              <a:t> – </a:t>
            </a:r>
            <a:r>
              <a:rPr lang="en-US" dirty="0" err="1"/>
              <a:t>dva</a:t>
            </a:r>
            <a:r>
              <a:rPr lang="en-US" dirty="0"/>
              <a:t> puta Bone constraint –&gt; Track to, </a:t>
            </a:r>
            <a:r>
              <a:rPr lang="en-US" dirty="0" err="1"/>
              <a:t>animirana</a:t>
            </a:r>
            <a:r>
              <a:rPr lang="en-US" dirty="0"/>
              <a:t> Influence </a:t>
            </a:r>
            <a:r>
              <a:rPr lang="en-US" dirty="0" err="1"/>
              <a:t>komponenta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B9074-22B6-76EC-138C-7371D8434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00"/>
          <a:stretch>
            <a:fillRect/>
          </a:stretch>
        </p:blipFill>
        <p:spPr>
          <a:xfrm>
            <a:off x="8435723" y="981591"/>
            <a:ext cx="3756277" cy="4650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3CC26-F5F2-B7D1-8CA7-53ED28655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1"/>
          <a:stretch>
            <a:fillRect/>
          </a:stretch>
        </p:blipFill>
        <p:spPr>
          <a:xfrm>
            <a:off x="5397492" y="779003"/>
            <a:ext cx="2938290" cy="506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4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410C-1E70-0B55-446D-7C2FFEB1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Animacija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E3BCC-5FB6-45DE-6E69-2E41FDD47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 </a:t>
            </a:r>
            <a:r>
              <a:rPr lang="en-US" dirty="0" err="1"/>
              <a:t>prvom</a:t>
            </a:r>
            <a:r>
              <a:rPr lang="en-US" dirty="0"/>
              <a:t> </a:t>
            </a:r>
            <a:r>
              <a:rPr lang="en-US" dirty="0" err="1"/>
              <a:t>dijelu</a:t>
            </a:r>
            <a:r>
              <a:rPr lang="en-US" dirty="0"/>
              <a:t> </a:t>
            </a:r>
            <a:r>
              <a:rPr lang="en-US" dirty="0" err="1"/>
              <a:t>patkice</a:t>
            </a:r>
            <a:r>
              <a:rPr lang="en-US" dirty="0"/>
              <a:t> prate bus, a </a:t>
            </a:r>
            <a:r>
              <a:rPr lang="en-US" dirty="0" err="1"/>
              <a:t>zatim</a:t>
            </a:r>
            <a:r>
              <a:rPr lang="en-US" dirty="0"/>
              <a:t> prate Jamesa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Loopana</a:t>
            </a:r>
            <a:r>
              <a:rPr lang="en-US" dirty="0"/>
              <a:t> </a:t>
            </a:r>
            <a:r>
              <a:rPr lang="en-US" dirty="0" err="1"/>
              <a:t>animacija</a:t>
            </a:r>
            <a:r>
              <a:rPr lang="en-US" dirty="0"/>
              <a:t> </a:t>
            </a:r>
            <a:r>
              <a:rPr lang="en-US" dirty="0" err="1"/>
              <a:t>trčanja</a:t>
            </a:r>
            <a:r>
              <a:rPr lang="en-US" dirty="0"/>
              <a:t> – copy paste </a:t>
            </a:r>
            <a:r>
              <a:rPr lang="en-US" dirty="0" err="1"/>
              <a:t>ključni</a:t>
            </a:r>
            <a:r>
              <a:rPr lang="en-US" dirty="0"/>
              <a:t> </a:t>
            </a:r>
            <a:r>
              <a:rPr lang="en-US" dirty="0" err="1"/>
              <a:t>okviri</a:t>
            </a:r>
            <a:r>
              <a:rPr lang="en-US" dirty="0"/>
              <a:t>, u graph editor </a:t>
            </a:r>
            <a:r>
              <a:rPr lang="en-US" dirty="0" err="1"/>
              <a:t>podešena</a:t>
            </a:r>
            <a:r>
              <a:rPr lang="en-US" dirty="0"/>
              <a:t> Z </a:t>
            </a:r>
            <a:r>
              <a:rPr lang="en-US" dirty="0" err="1"/>
              <a:t>lokacija</a:t>
            </a:r>
            <a:r>
              <a:rPr lang="en-US" dirty="0"/>
              <a:t> </a:t>
            </a:r>
            <a:r>
              <a:rPr lang="en-US" dirty="0" err="1"/>
              <a:t>kosti</a:t>
            </a:r>
            <a:r>
              <a:rPr lang="en-US" dirty="0"/>
              <a:t> </a:t>
            </a:r>
            <a:r>
              <a:rPr lang="en-US" dirty="0" err="1"/>
              <a:t>bokova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Skelet</a:t>
            </a:r>
            <a:r>
              <a:rPr lang="en-US" dirty="0"/>
              <a:t> </a:t>
            </a:r>
            <a:r>
              <a:rPr lang="en-US" dirty="0" err="1"/>
              <a:t>patkice</a:t>
            </a:r>
            <a:r>
              <a:rPr lang="en-US" dirty="0"/>
              <a:t> s 2. </a:t>
            </a:r>
            <a:r>
              <a:rPr lang="en-US" dirty="0" err="1"/>
              <a:t>laboratorijske</a:t>
            </a:r>
            <a:r>
              <a:rPr lang="en-US" dirty="0"/>
              <a:t> </a:t>
            </a:r>
            <a:r>
              <a:rPr lang="en-US" dirty="0" err="1"/>
              <a:t>vježbe</a:t>
            </a:r>
            <a:r>
              <a:rPr lang="en-US" dirty="0"/>
              <a:t>, </a:t>
            </a:r>
            <a:r>
              <a:rPr lang="en-US" dirty="0" err="1"/>
              <a:t>mixamo</a:t>
            </a:r>
            <a:r>
              <a:rPr lang="en-US" dirty="0"/>
              <a:t> </a:t>
            </a:r>
            <a:r>
              <a:rPr lang="en-US" dirty="0" err="1"/>
              <a:t>rigify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za </a:t>
            </a:r>
            <a:r>
              <a:rPr lang="en-US" dirty="0" err="1"/>
              <a:t>postavljanje</a:t>
            </a:r>
            <a:r>
              <a:rPr lang="en-US" dirty="0"/>
              <a:t> </a:t>
            </a:r>
            <a:r>
              <a:rPr lang="en-US" dirty="0" err="1"/>
              <a:t>animacije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Jamesa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6886D3-D0C9-FCD5-C7C3-46993FA0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37" y="3857414"/>
            <a:ext cx="6749782" cy="232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881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</TotalTime>
  <Words>206</Words>
  <Application>Microsoft Office PowerPoint</Application>
  <PresentationFormat>Widescreen</PresentationFormat>
  <Paragraphs>24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Kašnjenje na bus</vt:lpstr>
      <vt:lpstr>Koncept</vt:lpstr>
      <vt:lpstr>PowerPoint Presentation</vt:lpstr>
      <vt:lpstr>Modeliranje</vt:lpstr>
      <vt:lpstr>Animacija</vt:lpstr>
      <vt:lpstr>Animacija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Ante Mrkonjić</dc:creator>
  <cp:lastModifiedBy>Ante Mrkonjić</cp:lastModifiedBy>
  <cp:revision>2</cp:revision>
  <dcterms:created xsi:type="dcterms:W3CDTF">2026-01-26T09:52:04Z</dcterms:created>
  <dcterms:modified xsi:type="dcterms:W3CDTF">2026-01-26T10:36:29Z</dcterms:modified>
</cp:coreProperties>
</file>